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93" r:id="rId5"/>
    <p:sldId id="305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F9E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360" y="-11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CF68BC-C0C1-4740-B1BC-01AF8EFFB980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82FD2-F864-2E4E-ACF0-2DBC196A70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4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63ED7B-F282-42DA-DF6C-E1A22A0963A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5861535" y="0"/>
            <a:ext cx="1556021" cy="646938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E5A8C65-DAAF-1BA1-B402-11FC946C60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0" y="0"/>
            <a:ext cx="7024495" cy="6858000"/>
          </a:xfrm>
          <a:custGeom>
            <a:avLst/>
            <a:gdLst>
              <a:gd name="connsiteX0" fmla="*/ 7024495 w 7024495"/>
              <a:gd name="connsiteY0" fmla="*/ 0 h 6858000"/>
              <a:gd name="connsiteX1" fmla="*/ 1701752 w 7024495"/>
              <a:gd name="connsiteY1" fmla="*/ 0 h 6858000"/>
              <a:gd name="connsiteX2" fmla="*/ 0 w 7024495"/>
              <a:gd name="connsiteY2" fmla="*/ 6837396 h 6858000"/>
              <a:gd name="connsiteX3" fmla="*/ 0 w 7024495"/>
              <a:gd name="connsiteY3" fmla="*/ 6858000 h 6858000"/>
              <a:gd name="connsiteX4" fmla="*/ 7024495 w 702449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4495" h="6858000">
                <a:moveTo>
                  <a:pt x="7024495" y="0"/>
                </a:moveTo>
                <a:lnTo>
                  <a:pt x="1701752" y="0"/>
                </a:lnTo>
                <a:lnTo>
                  <a:pt x="0" y="6837396"/>
                </a:lnTo>
                <a:lnTo>
                  <a:pt x="0" y="6858000"/>
                </a:lnTo>
                <a:lnTo>
                  <a:pt x="7024495" y="6858000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81CB1F-4A11-0F01-BFFC-C34C900A3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706" y="2456733"/>
            <a:ext cx="8124873" cy="1639939"/>
          </a:xfrm>
          <a:custGeom>
            <a:avLst/>
            <a:gdLst>
              <a:gd name="connsiteX0" fmla="*/ 0 w 8124873"/>
              <a:gd name="connsiteY0" fmla="*/ 0 h 1639939"/>
              <a:gd name="connsiteX1" fmla="*/ 7391297 w 8124873"/>
              <a:gd name="connsiteY1" fmla="*/ 0 h 1639939"/>
              <a:gd name="connsiteX2" fmla="*/ 7794750 w 8124873"/>
              <a:gd name="connsiteY2" fmla="*/ 0 h 1639939"/>
              <a:gd name="connsiteX3" fmla="*/ 8124873 w 8124873"/>
              <a:gd name="connsiteY3" fmla="*/ 0 h 1639939"/>
              <a:gd name="connsiteX4" fmla="*/ 8124873 w 8124873"/>
              <a:gd name="connsiteY4" fmla="*/ 1639939 h 1639939"/>
              <a:gd name="connsiteX5" fmla="*/ 7391297 w 8124873"/>
              <a:gd name="connsiteY5" fmla="*/ 1639939 h 1639939"/>
              <a:gd name="connsiteX6" fmla="*/ 7391297 w 8124873"/>
              <a:gd name="connsiteY6" fmla="*/ 1639938 h 1639939"/>
              <a:gd name="connsiteX7" fmla="*/ 318542 w 8124873"/>
              <a:gd name="connsiteY7" fmla="*/ 1639938 h 163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4873" h="1639939">
                <a:moveTo>
                  <a:pt x="0" y="0"/>
                </a:moveTo>
                <a:lnTo>
                  <a:pt x="7391297" y="0"/>
                </a:lnTo>
                <a:lnTo>
                  <a:pt x="7794750" y="0"/>
                </a:lnTo>
                <a:lnTo>
                  <a:pt x="8124873" y="0"/>
                </a:lnTo>
                <a:lnTo>
                  <a:pt x="8124873" y="1639939"/>
                </a:lnTo>
                <a:lnTo>
                  <a:pt x="7391297" y="1639939"/>
                </a:lnTo>
                <a:lnTo>
                  <a:pt x="7391297" y="1639938"/>
                </a:lnTo>
                <a:lnTo>
                  <a:pt x="318542" y="163993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320040" rIns="914400">
            <a:noAutofit/>
          </a:bodyPr>
          <a:lstStyle>
            <a:lvl1pPr algn="r">
              <a:defRPr sz="32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3800" y="4398264"/>
            <a:ext cx="3913632" cy="2066544"/>
          </a:xfrm>
        </p:spPr>
        <p:txBody>
          <a:bodyPr>
            <a:normAutofit/>
          </a:bodyPr>
          <a:lstStyle>
            <a:lvl1pPr marL="0" indent="0" algn="r">
              <a:buNone/>
              <a:defRPr sz="2400" spc="140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3170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411815-04EC-3B42-4164-952C53388853}"/>
              </a:ext>
            </a:extLst>
          </p:cNvPr>
          <p:cNvCxnSpPr>
            <a:cxnSpLocks/>
          </p:cNvCxnSpPr>
          <p:nvPr userDrawn="1"/>
        </p:nvCxnSpPr>
        <p:spPr>
          <a:xfrm flipV="1">
            <a:off x="4525226" y="0"/>
            <a:ext cx="826338" cy="345274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31">
            <a:extLst>
              <a:ext uri="{FF2B5EF4-FFF2-40B4-BE49-F238E27FC236}">
                <a16:creationId xmlns:a16="http://schemas.microsoft.com/office/drawing/2014/main" id="{F6C27894-E7FC-B60E-EF80-41F0D47C6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4686"/>
            <a:ext cx="7242048" cy="1632045"/>
          </a:xfrm>
          <a:custGeom>
            <a:avLst/>
            <a:gdLst>
              <a:gd name="connsiteX0" fmla="*/ 408011 w 7242048"/>
              <a:gd name="connsiteY0" fmla="*/ 0 h 1632045"/>
              <a:gd name="connsiteX1" fmla="*/ 7242048 w 7242048"/>
              <a:gd name="connsiteY1" fmla="*/ 0 h 1632045"/>
              <a:gd name="connsiteX2" fmla="*/ 6834037 w 7242048"/>
              <a:gd name="connsiteY2" fmla="*/ 1632044 h 1632045"/>
              <a:gd name="connsiteX3" fmla="*/ 826338 w 7242048"/>
              <a:gd name="connsiteY3" fmla="*/ 1632044 h 1632045"/>
              <a:gd name="connsiteX4" fmla="*/ 826338 w 7242048"/>
              <a:gd name="connsiteY4" fmla="*/ 1632045 h 1632045"/>
              <a:gd name="connsiteX5" fmla="*/ 0 w 7242048"/>
              <a:gd name="connsiteY5" fmla="*/ 1632045 h 1632045"/>
              <a:gd name="connsiteX6" fmla="*/ 0 w 7242048"/>
              <a:gd name="connsiteY6" fmla="*/ 1632044 h 1632045"/>
              <a:gd name="connsiteX7" fmla="*/ 0 w 7242048"/>
              <a:gd name="connsiteY7" fmla="*/ 1 h 1632045"/>
              <a:gd name="connsiteX8" fmla="*/ 408011 w 7242048"/>
              <a:gd name="connsiteY8" fmla="*/ 1 h 163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42048" h="1632045">
                <a:moveTo>
                  <a:pt x="408011" y="0"/>
                </a:moveTo>
                <a:lnTo>
                  <a:pt x="7242048" y="0"/>
                </a:lnTo>
                <a:lnTo>
                  <a:pt x="6834037" y="1632044"/>
                </a:lnTo>
                <a:lnTo>
                  <a:pt x="826338" y="1632044"/>
                </a:lnTo>
                <a:lnTo>
                  <a:pt x="826338" y="1632045"/>
                </a:lnTo>
                <a:lnTo>
                  <a:pt x="0" y="1632045"/>
                </a:lnTo>
                <a:lnTo>
                  <a:pt x="0" y="1632044"/>
                </a:lnTo>
                <a:lnTo>
                  <a:pt x="0" y="1"/>
                </a:lnTo>
                <a:lnTo>
                  <a:pt x="408011" y="1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 anchor="ctr">
            <a:noAutofit/>
          </a:bodyPr>
          <a:lstStyle>
            <a:lvl1pPr algn="l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641A16B-3688-D842-92F4-5D2C28115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392" y="2770632"/>
            <a:ext cx="3383280" cy="3539265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 spc="100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65CDB64-A6D6-6F40-CFD6-29E72D8ABD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15032" y="0"/>
            <a:ext cx="7876033" cy="6858000"/>
          </a:xfrm>
          <a:custGeom>
            <a:avLst/>
            <a:gdLst>
              <a:gd name="connsiteX0" fmla="*/ 1579547 w 7876033"/>
              <a:gd name="connsiteY0" fmla="*/ 0 h 6858000"/>
              <a:gd name="connsiteX1" fmla="*/ 7876033 w 7876033"/>
              <a:gd name="connsiteY1" fmla="*/ 0 h 6858000"/>
              <a:gd name="connsiteX2" fmla="*/ 7876033 w 7876033"/>
              <a:gd name="connsiteY2" fmla="*/ 6858000 h 6858000"/>
              <a:gd name="connsiteX3" fmla="*/ 0 w 7876033"/>
              <a:gd name="connsiteY3" fmla="*/ 6858000 h 6858000"/>
              <a:gd name="connsiteX4" fmla="*/ 1013709 w 7876033"/>
              <a:gd name="connsiteY4" fmla="*/ 2456730 h 6858000"/>
              <a:gd name="connsiteX5" fmla="*/ 2519005 w 7876033"/>
              <a:gd name="connsiteY5" fmla="*/ 2456730 h 6858000"/>
              <a:gd name="connsiteX6" fmla="*/ 2927016 w 7876033"/>
              <a:gd name="connsiteY6" fmla="*/ 824686 h 6858000"/>
              <a:gd name="connsiteX7" fmla="*/ 1389604 w 7876033"/>
              <a:gd name="connsiteY7" fmla="*/ 8246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6033" h="6858000">
                <a:moveTo>
                  <a:pt x="1579547" y="0"/>
                </a:moveTo>
                <a:lnTo>
                  <a:pt x="7876033" y="0"/>
                </a:lnTo>
                <a:lnTo>
                  <a:pt x="7876033" y="6858000"/>
                </a:lnTo>
                <a:lnTo>
                  <a:pt x="0" y="6858000"/>
                </a:lnTo>
                <a:lnTo>
                  <a:pt x="1013709" y="2456730"/>
                </a:lnTo>
                <a:lnTo>
                  <a:pt x="2519005" y="2456730"/>
                </a:lnTo>
                <a:lnTo>
                  <a:pt x="2927016" y="824686"/>
                </a:lnTo>
                <a:lnTo>
                  <a:pt x="1389604" y="824686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0C50E73C-A08D-5560-7A59-B04AB6C271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66C42DAA-CA98-405C-5B3D-03942AF608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04230E47-E1DF-D844-BA20-327CF9A268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AD1A05-EA94-DECA-8016-0944B51494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004" y="0"/>
            <a:ext cx="10585637" cy="6858000"/>
          </a:xfrm>
          <a:custGeom>
            <a:avLst/>
            <a:gdLst>
              <a:gd name="connsiteX0" fmla="*/ 0 w 10585637"/>
              <a:gd name="connsiteY0" fmla="*/ 0 h 6858000"/>
              <a:gd name="connsiteX1" fmla="*/ 8457914 w 10585637"/>
              <a:gd name="connsiteY1" fmla="*/ 0 h 6858000"/>
              <a:gd name="connsiteX2" fmla="*/ 10585637 w 10585637"/>
              <a:gd name="connsiteY2" fmla="*/ 6858000 h 6858000"/>
              <a:gd name="connsiteX3" fmla="*/ 2134498 w 10585637"/>
              <a:gd name="connsiteY3" fmla="*/ 6858000 h 6858000"/>
              <a:gd name="connsiteX4" fmla="*/ 0 w 10585637"/>
              <a:gd name="connsiteY4" fmla="*/ 147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85637" h="6858000">
                <a:moveTo>
                  <a:pt x="0" y="0"/>
                </a:moveTo>
                <a:lnTo>
                  <a:pt x="8457914" y="0"/>
                </a:lnTo>
                <a:lnTo>
                  <a:pt x="10585637" y="6858000"/>
                </a:lnTo>
                <a:lnTo>
                  <a:pt x="2134498" y="6858000"/>
                </a:lnTo>
                <a:lnTo>
                  <a:pt x="0" y="147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793E3242-AD58-8F66-E664-E86E45BA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64" y="2612978"/>
            <a:ext cx="11222181" cy="1632044"/>
          </a:xfrm>
          <a:custGeom>
            <a:avLst/>
            <a:gdLst>
              <a:gd name="connsiteX0" fmla="*/ 0 w 11222181"/>
              <a:gd name="connsiteY0" fmla="*/ 0 h 1632044"/>
              <a:gd name="connsiteX1" fmla="*/ 10725289 w 11222181"/>
              <a:gd name="connsiteY1" fmla="*/ 0 h 1632044"/>
              <a:gd name="connsiteX2" fmla="*/ 11222181 w 11222181"/>
              <a:gd name="connsiteY2" fmla="*/ 1632044 h 1632044"/>
              <a:gd name="connsiteX3" fmla="*/ 496892 w 11222181"/>
              <a:gd name="connsiteY3" fmla="*/ 1632044 h 1632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22181" h="1632044">
                <a:moveTo>
                  <a:pt x="0" y="0"/>
                </a:moveTo>
                <a:lnTo>
                  <a:pt x="10725289" y="0"/>
                </a:lnTo>
                <a:lnTo>
                  <a:pt x="11222181" y="1632044"/>
                </a:lnTo>
                <a:lnTo>
                  <a:pt x="496892" y="16320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365414-3CF9-C6C5-6C64-6DDC6F29EC44}"/>
              </a:ext>
            </a:extLst>
          </p:cNvPr>
          <p:cNvCxnSpPr>
            <a:cxnSpLocks/>
          </p:cNvCxnSpPr>
          <p:nvPr/>
        </p:nvCxnSpPr>
        <p:spPr>
          <a:xfrm flipH="1" flipV="1">
            <a:off x="791417" y="1533236"/>
            <a:ext cx="1644074" cy="535621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5C2F26-E104-EC3D-9D33-3663DD824926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747272" y="-36946"/>
            <a:ext cx="1644074" cy="5384805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45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AFFA9AF-B92E-6FB6-2C75-96A5AFEB1E04}"/>
              </a:ext>
            </a:extLst>
          </p:cNvPr>
          <p:cNvCxnSpPr>
            <a:cxnSpLocks/>
          </p:cNvCxnSpPr>
          <p:nvPr/>
        </p:nvCxnSpPr>
        <p:spPr>
          <a:xfrm>
            <a:off x="9033794" y="-19737"/>
            <a:ext cx="1608697" cy="599076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469568F-F17C-4C3C-9A6F-ED292B601115}"/>
              </a:ext>
            </a:extLst>
          </p:cNvPr>
          <p:cNvSpPr/>
          <p:nvPr userDrawn="1"/>
        </p:nvSpPr>
        <p:spPr>
          <a:xfrm>
            <a:off x="2043953" y="2205318"/>
            <a:ext cx="8104094" cy="23128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355631C-448A-3364-05F2-D4C7F9CA6C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266980" cy="6858000"/>
          </a:xfrm>
          <a:custGeom>
            <a:avLst/>
            <a:gdLst>
              <a:gd name="connsiteX0" fmla="*/ 0 w 10266980"/>
              <a:gd name="connsiteY0" fmla="*/ 0 h 6858000"/>
              <a:gd name="connsiteX1" fmla="*/ 8414327 w 10266980"/>
              <a:gd name="connsiteY1" fmla="*/ 0 h 6858000"/>
              <a:gd name="connsiteX2" fmla="*/ 10266980 w 10266980"/>
              <a:gd name="connsiteY2" fmla="*/ 6858000 h 6858000"/>
              <a:gd name="connsiteX3" fmla="*/ 0 w 1026698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66980" h="6858000">
                <a:moveTo>
                  <a:pt x="0" y="0"/>
                </a:moveTo>
                <a:lnTo>
                  <a:pt x="8414327" y="0"/>
                </a:lnTo>
                <a:lnTo>
                  <a:pt x="1026698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DBAD2210-AFD2-BF88-9107-E2A5FFD07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84831"/>
            <a:ext cx="11099173" cy="2852929"/>
          </a:xfrm>
          <a:custGeom>
            <a:avLst/>
            <a:gdLst>
              <a:gd name="connsiteX0" fmla="*/ 0 w 11099173"/>
              <a:gd name="connsiteY0" fmla="*/ 0 h 2852929"/>
              <a:gd name="connsiteX1" fmla="*/ 8926491 w 11099173"/>
              <a:gd name="connsiteY1" fmla="*/ 0 h 2852929"/>
              <a:gd name="connsiteX2" fmla="*/ 8926491 w 11099173"/>
              <a:gd name="connsiteY2" fmla="*/ 2 h 2852929"/>
              <a:gd name="connsiteX3" fmla="*/ 10398992 w 11099173"/>
              <a:gd name="connsiteY3" fmla="*/ 2 h 2852929"/>
              <a:gd name="connsiteX4" fmla="*/ 11099173 w 11099173"/>
              <a:gd name="connsiteY4" fmla="*/ 2852929 h 2852929"/>
              <a:gd name="connsiteX5" fmla="*/ 8298450 w 11099173"/>
              <a:gd name="connsiteY5" fmla="*/ 2852929 h 2852929"/>
              <a:gd name="connsiteX6" fmla="*/ 8298450 w 11099173"/>
              <a:gd name="connsiteY6" fmla="*/ 2852927 h 2852929"/>
              <a:gd name="connsiteX7" fmla="*/ 0 w 11099173"/>
              <a:gd name="connsiteY7" fmla="*/ 2852927 h 2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099173" h="2852929">
                <a:moveTo>
                  <a:pt x="0" y="0"/>
                </a:moveTo>
                <a:lnTo>
                  <a:pt x="8926491" y="0"/>
                </a:lnTo>
                <a:lnTo>
                  <a:pt x="8926491" y="2"/>
                </a:lnTo>
                <a:lnTo>
                  <a:pt x="10398992" y="2"/>
                </a:lnTo>
                <a:lnTo>
                  <a:pt x="11099173" y="2852929"/>
                </a:lnTo>
                <a:lnTo>
                  <a:pt x="8298450" y="2852929"/>
                </a:lnTo>
                <a:lnTo>
                  <a:pt x="8298450" y="2852927"/>
                </a:lnTo>
                <a:lnTo>
                  <a:pt x="0" y="285292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 bIns="1371600" anchor="b">
            <a:noAutofit/>
          </a:bodyPr>
          <a:lstStyle>
            <a:lvl1pPr algn="l">
              <a:defRPr sz="36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92" y="3666744"/>
            <a:ext cx="9079992" cy="1051560"/>
          </a:xfrm>
        </p:spPr>
        <p:txBody>
          <a:bodyPr tIns="91440">
            <a:normAutofit/>
          </a:bodyPr>
          <a:lstStyle>
            <a:lvl1pPr marL="0" indent="0" algn="l">
              <a:buNone/>
              <a:defRPr sz="2400" spc="3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854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3A7F7468-D0CF-4B30-965A-D9066D6C2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4686"/>
            <a:ext cx="7242048" cy="1632045"/>
          </a:xfrm>
          <a:custGeom>
            <a:avLst/>
            <a:gdLst>
              <a:gd name="connsiteX0" fmla="*/ 408011 w 7242048"/>
              <a:gd name="connsiteY0" fmla="*/ 0 h 1632045"/>
              <a:gd name="connsiteX1" fmla="*/ 7242048 w 7242048"/>
              <a:gd name="connsiteY1" fmla="*/ 0 h 1632045"/>
              <a:gd name="connsiteX2" fmla="*/ 6834037 w 7242048"/>
              <a:gd name="connsiteY2" fmla="*/ 1632044 h 1632045"/>
              <a:gd name="connsiteX3" fmla="*/ 826338 w 7242048"/>
              <a:gd name="connsiteY3" fmla="*/ 1632044 h 1632045"/>
              <a:gd name="connsiteX4" fmla="*/ 826338 w 7242048"/>
              <a:gd name="connsiteY4" fmla="*/ 1632045 h 1632045"/>
              <a:gd name="connsiteX5" fmla="*/ 0 w 7242048"/>
              <a:gd name="connsiteY5" fmla="*/ 1632045 h 1632045"/>
              <a:gd name="connsiteX6" fmla="*/ 0 w 7242048"/>
              <a:gd name="connsiteY6" fmla="*/ 1632044 h 1632045"/>
              <a:gd name="connsiteX7" fmla="*/ 0 w 7242048"/>
              <a:gd name="connsiteY7" fmla="*/ 1 h 1632045"/>
              <a:gd name="connsiteX8" fmla="*/ 408011 w 7242048"/>
              <a:gd name="connsiteY8" fmla="*/ 1 h 163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42048" h="1632045">
                <a:moveTo>
                  <a:pt x="408011" y="0"/>
                </a:moveTo>
                <a:lnTo>
                  <a:pt x="7242048" y="0"/>
                </a:lnTo>
                <a:lnTo>
                  <a:pt x="6834037" y="1632044"/>
                </a:lnTo>
                <a:lnTo>
                  <a:pt x="826338" y="1632044"/>
                </a:lnTo>
                <a:lnTo>
                  <a:pt x="826338" y="1632045"/>
                </a:lnTo>
                <a:lnTo>
                  <a:pt x="0" y="1632045"/>
                </a:lnTo>
                <a:lnTo>
                  <a:pt x="0" y="1632044"/>
                </a:lnTo>
                <a:lnTo>
                  <a:pt x="0" y="1"/>
                </a:lnTo>
                <a:lnTo>
                  <a:pt x="40801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0" anchor="ctr">
            <a:noAutofit/>
          </a:bodyPr>
          <a:lstStyle>
            <a:lvl1pPr algn="l">
              <a:lnSpc>
                <a:spcPct val="100000"/>
              </a:lnSpc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Content Placeholder 27">
            <a:extLst>
              <a:ext uri="{FF2B5EF4-FFF2-40B4-BE49-F238E27FC236}">
                <a16:creationId xmlns:a16="http://schemas.microsoft.com/office/drawing/2014/main" id="{2050A67D-B2BA-336A-36B8-35D283DEAD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5988" y="2761488"/>
            <a:ext cx="5430837" cy="330098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83464" indent="-283464">
              <a:lnSpc>
                <a:spcPct val="100000"/>
              </a:lnSpc>
              <a:spcBef>
                <a:spcPts val="1000"/>
              </a:spcBef>
              <a:defRPr sz="1800"/>
            </a:lvl2pPr>
            <a:lvl3pPr marL="548640" indent="-283464">
              <a:lnSpc>
                <a:spcPct val="100000"/>
              </a:lnSpc>
              <a:defRPr sz="1600"/>
            </a:lvl3pPr>
            <a:lvl4pPr marL="822960" indent="-283464">
              <a:lnSpc>
                <a:spcPct val="100000"/>
              </a:lnSpc>
              <a:defRPr sz="1600"/>
            </a:lvl4pPr>
            <a:lvl5pPr marL="1097280" indent="-283464"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DA38E85-9448-450D-A4ED-FFA79C7100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62918" y="0"/>
            <a:ext cx="5329082" cy="6858000"/>
          </a:xfrm>
          <a:custGeom>
            <a:avLst/>
            <a:gdLst>
              <a:gd name="connsiteX0" fmla="*/ 1688746 w 5730658"/>
              <a:gd name="connsiteY0" fmla="*/ 0 h 6858000"/>
              <a:gd name="connsiteX1" fmla="*/ 5730658 w 5730658"/>
              <a:gd name="connsiteY1" fmla="*/ 0 h 6858000"/>
              <a:gd name="connsiteX2" fmla="*/ 5730658 w 5730658"/>
              <a:gd name="connsiteY2" fmla="*/ 6858000 h 6858000"/>
              <a:gd name="connsiteX3" fmla="*/ 31751 w 5730658"/>
              <a:gd name="connsiteY3" fmla="*/ 6858000 h 6858000"/>
              <a:gd name="connsiteX4" fmla="*/ 31751 w 5730658"/>
              <a:gd name="connsiteY4" fmla="*/ 6857688 h 6858000"/>
              <a:gd name="connsiteX5" fmla="*/ 0 w 5730658"/>
              <a:gd name="connsiteY5" fmla="*/ 6857932 h 6858000"/>
              <a:gd name="connsiteX6" fmla="*/ 31751 w 5730658"/>
              <a:gd name="connsiteY6" fmla="*/ 6729501 h 6858000"/>
              <a:gd name="connsiteX7" fmla="*/ 31751 w 5730658"/>
              <a:gd name="connsiteY7" fmla="*/ 6681788 h 6858000"/>
              <a:gd name="connsiteX8" fmla="*/ 43547 w 5730658"/>
              <a:gd name="connsiteY8" fmla="*/ 6681788 h 6858000"/>
              <a:gd name="connsiteX9" fmla="*/ 1688746 w 5730658"/>
              <a:gd name="connsiteY9" fmla="*/ 270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30658" h="6858000">
                <a:moveTo>
                  <a:pt x="1688746" y="0"/>
                </a:moveTo>
                <a:lnTo>
                  <a:pt x="5730658" y="0"/>
                </a:lnTo>
                <a:lnTo>
                  <a:pt x="5730658" y="6858000"/>
                </a:lnTo>
                <a:lnTo>
                  <a:pt x="31751" y="6858000"/>
                </a:lnTo>
                <a:lnTo>
                  <a:pt x="31751" y="6857688"/>
                </a:lnTo>
                <a:lnTo>
                  <a:pt x="0" y="6857932"/>
                </a:lnTo>
                <a:lnTo>
                  <a:pt x="31751" y="6729501"/>
                </a:lnTo>
                <a:lnTo>
                  <a:pt x="31751" y="6681788"/>
                </a:lnTo>
                <a:lnTo>
                  <a:pt x="43547" y="6681788"/>
                </a:lnTo>
                <a:lnTo>
                  <a:pt x="1688746" y="2705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22EF1F-9171-ABED-A2E4-337828259D8E}"/>
              </a:ext>
            </a:extLst>
          </p:cNvPr>
          <p:cNvCxnSpPr>
            <a:cxnSpLocks/>
          </p:cNvCxnSpPr>
          <p:nvPr userDrawn="1"/>
        </p:nvCxnSpPr>
        <p:spPr>
          <a:xfrm flipV="1">
            <a:off x="6547104" y="0"/>
            <a:ext cx="1375201" cy="60910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FC5A20C1-8893-A2F6-4C6B-F6904680250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D32CEF04-5959-D52F-CB9C-8B1CE0EF964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C7E0A1F8-599A-4E42-C71C-F5631D7CC7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61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A390FB6-CC60-7326-1AB7-5E994D8B88A2}"/>
              </a:ext>
            </a:extLst>
          </p:cNvPr>
          <p:cNvSpPr/>
          <p:nvPr/>
        </p:nvSpPr>
        <p:spPr>
          <a:xfrm>
            <a:off x="-9235" y="-1"/>
            <a:ext cx="2939737" cy="6858001"/>
          </a:xfrm>
          <a:custGeom>
            <a:avLst/>
            <a:gdLst>
              <a:gd name="connsiteX0" fmla="*/ 800654 w 2939737"/>
              <a:gd name="connsiteY0" fmla="*/ 1 h 6858001"/>
              <a:gd name="connsiteX1" fmla="*/ 2939737 w 2939737"/>
              <a:gd name="connsiteY1" fmla="*/ 6858001 h 6858001"/>
              <a:gd name="connsiteX2" fmla="*/ 800654 w 2939737"/>
              <a:gd name="connsiteY2" fmla="*/ 6858001 h 6858001"/>
              <a:gd name="connsiteX3" fmla="*/ 0 w 2939737"/>
              <a:gd name="connsiteY3" fmla="*/ 0 h 6858001"/>
              <a:gd name="connsiteX4" fmla="*/ 800653 w 2939737"/>
              <a:gd name="connsiteY4" fmla="*/ 0 h 6858001"/>
              <a:gd name="connsiteX5" fmla="*/ 800653 w 2939737"/>
              <a:gd name="connsiteY5" fmla="*/ 6858001 h 6858001"/>
              <a:gd name="connsiteX6" fmla="*/ 0 w 2939737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737" h="6858001">
                <a:moveTo>
                  <a:pt x="800654" y="1"/>
                </a:moveTo>
                <a:lnTo>
                  <a:pt x="2939737" y="6858001"/>
                </a:lnTo>
                <a:lnTo>
                  <a:pt x="800654" y="6858001"/>
                </a:lnTo>
                <a:close/>
                <a:moveTo>
                  <a:pt x="0" y="0"/>
                </a:moveTo>
                <a:lnTo>
                  <a:pt x="800653" y="0"/>
                </a:lnTo>
                <a:lnTo>
                  <a:pt x="800653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2DD0CB1-E555-18FF-AE10-4DB46E71C9AB}"/>
              </a:ext>
            </a:extLst>
          </p:cNvPr>
          <p:cNvCxnSpPr>
            <a:cxnSpLocks/>
          </p:cNvCxnSpPr>
          <p:nvPr/>
        </p:nvCxnSpPr>
        <p:spPr>
          <a:xfrm flipH="1" flipV="1">
            <a:off x="791417" y="1533236"/>
            <a:ext cx="1644074" cy="535621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16E01A3-9A40-A2AF-E9CC-DA05A857AF7A}"/>
              </a:ext>
            </a:extLst>
          </p:cNvPr>
          <p:cNvSpPr/>
          <p:nvPr userDrawn="1"/>
        </p:nvSpPr>
        <p:spPr>
          <a:xfrm rot="10800000">
            <a:off x="9242505" y="0"/>
            <a:ext cx="2949493" cy="6856549"/>
          </a:xfrm>
          <a:custGeom>
            <a:avLst/>
            <a:gdLst>
              <a:gd name="connsiteX0" fmla="*/ 2949493 w 2949493"/>
              <a:gd name="connsiteY0" fmla="*/ 6856549 h 6856549"/>
              <a:gd name="connsiteX1" fmla="*/ 800653 w 2949493"/>
              <a:gd name="connsiteY1" fmla="*/ 6856549 h 6856549"/>
              <a:gd name="connsiteX2" fmla="*/ 0 w 2949493"/>
              <a:gd name="connsiteY2" fmla="*/ 6856549 h 6856549"/>
              <a:gd name="connsiteX3" fmla="*/ 0 w 2949493"/>
              <a:gd name="connsiteY3" fmla="*/ 0 h 6856549"/>
              <a:gd name="connsiteX4" fmla="*/ 801107 w 2949493"/>
              <a:gd name="connsiteY4" fmla="*/ 0 h 6856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9493" h="6856549">
                <a:moveTo>
                  <a:pt x="2949493" y="6856549"/>
                </a:moveTo>
                <a:lnTo>
                  <a:pt x="800653" y="6856549"/>
                </a:lnTo>
                <a:lnTo>
                  <a:pt x="0" y="6856549"/>
                </a:lnTo>
                <a:lnTo>
                  <a:pt x="0" y="0"/>
                </a:lnTo>
                <a:lnTo>
                  <a:pt x="8011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0C38C9-1782-B768-078E-73091483A95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747272" y="-36946"/>
            <a:ext cx="1644074" cy="5384805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942173C-2B01-804E-85FB-4D68140D4E1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920240" y="2039112"/>
            <a:ext cx="7982712" cy="1581912"/>
          </a:xfrm>
        </p:spPr>
        <p:txBody>
          <a:bodyPr anchor="b">
            <a:noAutofit/>
          </a:bodyPr>
          <a:lstStyle>
            <a:lvl1pPr algn="ctr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641A16B-3688-D842-92F4-5D2C2811539F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111829" y="3584448"/>
            <a:ext cx="7791123" cy="61264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spc="14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5869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2FD45A-B915-6AEF-5B45-09567508BB39}"/>
              </a:ext>
            </a:extLst>
          </p:cNvPr>
          <p:cNvSpPr/>
          <p:nvPr userDrawn="1"/>
        </p:nvSpPr>
        <p:spPr>
          <a:xfrm>
            <a:off x="0" y="2266855"/>
            <a:ext cx="12192000" cy="45911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028065BE-52F2-4F89-82A3-E5DA80527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347472"/>
            <a:ext cx="11082528" cy="1563624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>
            <a:lvl1pPr algn="l">
              <a:defRPr sz="3200" cap="all" spc="300" baseline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B3A6A7-DCEF-8F0D-2339-F3B3458EB6A2}"/>
              </a:ext>
            </a:extLst>
          </p:cNvPr>
          <p:cNvGrpSpPr/>
          <p:nvPr userDrawn="1"/>
        </p:nvGrpSpPr>
        <p:grpSpPr>
          <a:xfrm>
            <a:off x="10135198" y="0"/>
            <a:ext cx="2056802" cy="6858000"/>
            <a:chOff x="10064227" y="0"/>
            <a:chExt cx="2127773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6E553B2-71B5-E210-0451-CB8F602812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93564" y="2223749"/>
              <a:ext cx="1398436" cy="463425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76B097F-E5A4-EB73-3751-C880247D6F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64227" y="0"/>
              <a:ext cx="729337" cy="22668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CB7E4E-E392-ACEB-1431-A8DA68A52EE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3406587"/>
            <a:ext cx="1006763" cy="345141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7">
            <a:extLst>
              <a:ext uri="{FF2B5EF4-FFF2-40B4-BE49-F238E27FC236}">
                <a16:creationId xmlns:a16="http://schemas.microsoft.com/office/drawing/2014/main" id="{4029C93B-5794-90B2-3E4E-BDE0F55076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2960" y="2843784"/>
            <a:ext cx="5724144" cy="3191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bg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bg1"/>
                </a:solidFill>
              </a:defRPr>
            </a:lvl3pPr>
            <a:lvl4pPr marL="82296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4pPr>
            <a:lvl5pPr marL="109728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7">
            <a:extLst>
              <a:ext uri="{FF2B5EF4-FFF2-40B4-BE49-F238E27FC236}">
                <a16:creationId xmlns:a16="http://schemas.microsoft.com/office/drawing/2014/main" id="{BC942EEA-C86E-05B1-BF5C-6F13A52F5BD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68312" y="2843784"/>
            <a:ext cx="3364992" cy="3191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bg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bg1"/>
                </a:solidFill>
              </a:defRPr>
            </a:lvl3pPr>
            <a:lvl4pPr marL="82296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4pPr>
            <a:lvl5pPr marL="109728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F5E1EDF-E8F4-90C4-4EE9-5CCF1E17F35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92726FB-FFEB-ADB3-0C67-FE72F4DCBA5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A3CEA78-CDB0-CB26-B433-4C868965D31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547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858662D7-CF46-F937-6492-FE3D6164B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4687"/>
            <a:ext cx="10191549" cy="1639937"/>
          </a:xfrm>
          <a:custGeom>
            <a:avLst/>
            <a:gdLst>
              <a:gd name="connsiteX0" fmla="*/ 0 w 10191549"/>
              <a:gd name="connsiteY0" fmla="*/ 0 h 1639937"/>
              <a:gd name="connsiteX1" fmla="*/ 135109 w 10191549"/>
              <a:gd name="connsiteY1" fmla="*/ 0 h 1639937"/>
              <a:gd name="connsiteX2" fmla="*/ 826338 w 10191549"/>
              <a:gd name="connsiteY2" fmla="*/ 0 h 1639937"/>
              <a:gd name="connsiteX3" fmla="*/ 9743633 w 10191549"/>
              <a:gd name="connsiteY3" fmla="*/ 0 h 1639937"/>
              <a:gd name="connsiteX4" fmla="*/ 10191549 w 10191549"/>
              <a:gd name="connsiteY4" fmla="*/ 1639937 h 1639937"/>
              <a:gd name="connsiteX5" fmla="*/ 826338 w 10191549"/>
              <a:gd name="connsiteY5" fmla="*/ 1639937 h 1639937"/>
              <a:gd name="connsiteX6" fmla="*/ 583025 w 10191549"/>
              <a:gd name="connsiteY6" fmla="*/ 1639937 h 1639937"/>
              <a:gd name="connsiteX7" fmla="*/ 0 w 10191549"/>
              <a:gd name="connsiteY7" fmla="*/ 1639937 h 163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91549" h="1639937">
                <a:moveTo>
                  <a:pt x="0" y="0"/>
                </a:moveTo>
                <a:lnTo>
                  <a:pt x="135109" y="0"/>
                </a:lnTo>
                <a:lnTo>
                  <a:pt x="826338" y="0"/>
                </a:lnTo>
                <a:lnTo>
                  <a:pt x="9743633" y="0"/>
                </a:lnTo>
                <a:lnTo>
                  <a:pt x="10191549" y="1639937"/>
                </a:lnTo>
                <a:lnTo>
                  <a:pt x="826338" y="1639937"/>
                </a:lnTo>
                <a:lnTo>
                  <a:pt x="583025" y="1639937"/>
                </a:lnTo>
                <a:lnTo>
                  <a:pt x="0" y="163993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 rIns="182880" anchor="ctr">
            <a:noAutofit/>
          </a:bodyPr>
          <a:lstStyle>
            <a:lvl1pPr algn="l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11" name="Content Placeholder 27">
            <a:extLst>
              <a:ext uri="{FF2B5EF4-FFF2-40B4-BE49-F238E27FC236}">
                <a16:creationId xmlns:a16="http://schemas.microsoft.com/office/drawing/2014/main" id="{4029C93B-5794-90B2-3E4E-BDE0F55076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2960" y="2843784"/>
            <a:ext cx="3739896" cy="3191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spc="100">
                <a:solidFill>
                  <a:schemeClr val="tx1"/>
                </a:solidFill>
              </a:defRPr>
            </a:lvl2pPr>
            <a:lvl3pPr marL="731520" indent="-347472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100">
                <a:solidFill>
                  <a:schemeClr val="tx1"/>
                </a:solidFill>
              </a:defRPr>
            </a:lvl3pPr>
            <a:lvl4pPr marL="1097280" indent="-347472">
              <a:lnSpc>
                <a:spcPct val="100000"/>
              </a:lnSpc>
              <a:buFont typeface="+mj-lt"/>
              <a:buAutoNum type="arabicParenR"/>
              <a:defRPr sz="1600" spc="100">
                <a:solidFill>
                  <a:schemeClr val="tx1"/>
                </a:solidFill>
              </a:defRPr>
            </a:lvl4pPr>
            <a:lvl5pPr marL="1463040" indent="-347472">
              <a:lnSpc>
                <a:spcPct val="100000"/>
              </a:lnSpc>
              <a:buFont typeface="+mj-lt"/>
              <a:buAutoNum type="alphaLcParenR"/>
              <a:defRPr sz="1600" spc="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7">
            <a:extLst>
              <a:ext uri="{FF2B5EF4-FFF2-40B4-BE49-F238E27FC236}">
                <a16:creationId xmlns:a16="http://schemas.microsoft.com/office/drawing/2014/main" id="{BC942EEA-C86E-05B1-BF5C-6F13A52F5BD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074920" y="2843784"/>
            <a:ext cx="5824728" cy="3191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tx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tx1"/>
                </a:solidFill>
              </a:defRPr>
            </a:lvl3pPr>
            <a:lvl4pPr marL="548640" indent="-283464">
              <a:lnSpc>
                <a:spcPct val="100000"/>
              </a:lnSpc>
              <a:defRPr sz="1600" spc="100">
                <a:solidFill>
                  <a:schemeClr val="tx1"/>
                </a:solidFill>
              </a:defRPr>
            </a:lvl4pPr>
            <a:lvl5pPr marL="822960" indent="-283464">
              <a:lnSpc>
                <a:spcPct val="100000"/>
              </a:lnSpc>
              <a:defRPr sz="1600" spc="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4D7FE7-14AE-6C8F-B799-1BD57470E8F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91549" y="0"/>
            <a:ext cx="2000451" cy="68580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45BFC1-4E9D-0F01-ED91-44F27D54EE88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3406587"/>
            <a:ext cx="1006763" cy="34514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1508553F-E814-00F0-D6A7-5573C795114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1449FFC7-A582-FD77-53A9-CF0B7F2D1B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3E86B4DA-B745-BBB9-6AFB-CC6723232CE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07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EE9C88-4838-9CF6-7CCD-6C2CE88647B0}"/>
              </a:ext>
            </a:extLst>
          </p:cNvPr>
          <p:cNvSpPr/>
          <p:nvPr userDrawn="1"/>
        </p:nvSpPr>
        <p:spPr>
          <a:xfrm rot="10800000" flipV="1">
            <a:off x="-5" y="-2"/>
            <a:ext cx="12191999" cy="2266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BBC4DA-F0D6-02FA-41AA-101A0D1340F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91550" y="-110490"/>
            <a:ext cx="970586" cy="341987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1F74A9-AFD5-044F-DB07-4FF2F699A910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91816" y="2266854"/>
            <a:ext cx="1165768" cy="382423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68E97A-1CFD-3AF6-5FF5-E49A2943A1F6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858500" y="2266854"/>
            <a:ext cx="1327650" cy="459114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9">
            <a:extLst>
              <a:ext uri="{FF2B5EF4-FFF2-40B4-BE49-F238E27FC236}">
                <a16:creationId xmlns:a16="http://schemas.microsoft.com/office/drawing/2014/main" id="{028065BE-52F2-4F89-82A3-E5DA80527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640" y="740664"/>
            <a:ext cx="8503920" cy="1197864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>
            <a:lvl1pPr algn="ctr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7">
            <a:extLst>
              <a:ext uri="{FF2B5EF4-FFF2-40B4-BE49-F238E27FC236}">
                <a16:creationId xmlns:a16="http://schemas.microsoft.com/office/drawing/2014/main" id="{4029C93B-5794-90B2-3E4E-BDE0F55076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0" y="2679192"/>
            <a:ext cx="8531352" cy="3191256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1000"/>
              </a:spcAft>
              <a:buNone/>
              <a:defRPr sz="2400" b="0" i="0" cap="none" spc="140" baseline="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tx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tx1"/>
                </a:solidFill>
              </a:defRPr>
            </a:lvl3pPr>
            <a:lvl4pPr marL="548640" indent="-283464">
              <a:lnSpc>
                <a:spcPct val="100000"/>
              </a:lnSpc>
              <a:defRPr sz="1600" spc="100">
                <a:solidFill>
                  <a:schemeClr val="tx1"/>
                </a:solidFill>
              </a:defRPr>
            </a:lvl4pPr>
            <a:lvl5pPr marL="1097280" indent="-283464">
              <a:lnSpc>
                <a:spcPct val="100000"/>
              </a:lnSpc>
              <a:defRPr sz="1600" spc="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4C3CA-7962-4B8E-8004-FBD88F0E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070FA0-EB95-7750-D21A-933827C6388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29785" y="-110490"/>
            <a:ext cx="1031941" cy="3419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64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72D93E-C550-4461-E6B7-EBCA7CAEC8DF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0" y="0"/>
            <a:ext cx="1006763" cy="34514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21">
            <a:extLst>
              <a:ext uri="{FF2B5EF4-FFF2-40B4-BE49-F238E27FC236}">
                <a16:creationId xmlns:a16="http://schemas.microsoft.com/office/drawing/2014/main" id="{3A7F7468-D0CF-4B30-965A-D9066D6C2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0" y="824686"/>
            <a:ext cx="7154158" cy="1632045"/>
          </a:xfrm>
          <a:custGeom>
            <a:avLst/>
            <a:gdLst>
              <a:gd name="connsiteX0" fmla="*/ 408011 w 7242048"/>
              <a:gd name="connsiteY0" fmla="*/ 0 h 1632045"/>
              <a:gd name="connsiteX1" fmla="*/ 7242048 w 7242048"/>
              <a:gd name="connsiteY1" fmla="*/ 0 h 1632045"/>
              <a:gd name="connsiteX2" fmla="*/ 6834037 w 7242048"/>
              <a:gd name="connsiteY2" fmla="*/ 1632044 h 1632045"/>
              <a:gd name="connsiteX3" fmla="*/ 826338 w 7242048"/>
              <a:gd name="connsiteY3" fmla="*/ 1632044 h 1632045"/>
              <a:gd name="connsiteX4" fmla="*/ 826338 w 7242048"/>
              <a:gd name="connsiteY4" fmla="*/ 1632045 h 1632045"/>
              <a:gd name="connsiteX5" fmla="*/ 0 w 7242048"/>
              <a:gd name="connsiteY5" fmla="*/ 1632045 h 1632045"/>
              <a:gd name="connsiteX6" fmla="*/ 0 w 7242048"/>
              <a:gd name="connsiteY6" fmla="*/ 1632044 h 1632045"/>
              <a:gd name="connsiteX7" fmla="*/ 0 w 7242048"/>
              <a:gd name="connsiteY7" fmla="*/ 1 h 1632045"/>
              <a:gd name="connsiteX8" fmla="*/ 408011 w 7242048"/>
              <a:gd name="connsiteY8" fmla="*/ 1 h 163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42048" h="1632045">
                <a:moveTo>
                  <a:pt x="408011" y="0"/>
                </a:moveTo>
                <a:lnTo>
                  <a:pt x="7242048" y="0"/>
                </a:lnTo>
                <a:lnTo>
                  <a:pt x="6834037" y="1632044"/>
                </a:lnTo>
                <a:lnTo>
                  <a:pt x="826338" y="1632044"/>
                </a:lnTo>
                <a:lnTo>
                  <a:pt x="826338" y="1632045"/>
                </a:lnTo>
                <a:lnTo>
                  <a:pt x="0" y="1632045"/>
                </a:lnTo>
                <a:lnTo>
                  <a:pt x="0" y="1632044"/>
                </a:lnTo>
                <a:lnTo>
                  <a:pt x="0" y="1"/>
                </a:lnTo>
                <a:lnTo>
                  <a:pt x="40801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0" rIns="0" anchor="ctr">
            <a:noAutofit/>
          </a:bodyPr>
          <a:lstStyle>
            <a:lvl1pPr algn="l">
              <a:lnSpc>
                <a:spcPct val="100000"/>
              </a:lnSpc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7">
            <a:extLst>
              <a:ext uri="{FF2B5EF4-FFF2-40B4-BE49-F238E27FC236}">
                <a16:creationId xmlns:a16="http://schemas.microsoft.com/office/drawing/2014/main" id="{F44119C9-6F5C-7546-AD19-0BF20ADDC75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55280" y="822960"/>
            <a:ext cx="3447288" cy="1636776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 cap="none" spc="100" baseline="0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1000"/>
              </a:spcBef>
              <a:buNone/>
              <a:defRPr sz="1800" spc="100">
                <a:solidFill>
                  <a:schemeClr val="tx1"/>
                </a:solidFill>
              </a:defRPr>
            </a:lvl2pPr>
            <a:lvl3pPr marL="283464" indent="-283464" algn="l">
              <a:lnSpc>
                <a:spcPct val="90000"/>
              </a:lnSpc>
              <a:spcBef>
                <a:spcPts val="1000"/>
              </a:spcBef>
              <a:defRPr sz="1800" spc="100">
                <a:solidFill>
                  <a:schemeClr val="tx1"/>
                </a:solidFill>
              </a:defRPr>
            </a:lvl3pPr>
            <a:lvl4pPr marL="1097280" indent="-347472"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 marL="1463040" indent="-347472"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Content Placeholder 27">
            <a:extLst>
              <a:ext uri="{FF2B5EF4-FFF2-40B4-BE49-F238E27FC236}">
                <a16:creationId xmlns:a16="http://schemas.microsoft.com/office/drawing/2014/main" id="{2050A67D-B2BA-336A-36B8-35D283DEAD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080" y="2834640"/>
            <a:ext cx="10963656" cy="336499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83464" indent="-283464">
              <a:lnSpc>
                <a:spcPct val="100000"/>
              </a:lnSpc>
              <a:spcBef>
                <a:spcPts val="1000"/>
              </a:spcBef>
              <a:defRPr sz="1800"/>
            </a:lvl2pPr>
            <a:lvl3pPr marL="548640" indent="-283464">
              <a:lnSpc>
                <a:spcPct val="100000"/>
              </a:lnSpc>
              <a:defRPr sz="1600"/>
            </a:lvl3pPr>
            <a:lvl4pPr marL="822960" indent="-283464">
              <a:lnSpc>
                <a:spcPct val="100000"/>
              </a:lnSpc>
              <a:defRPr sz="1600"/>
            </a:lvl4pPr>
            <a:lvl5pPr marL="1097280" indent="-283464"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83A65A-D347-71C9-F4A2-8F5D4497FD4D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02380" y="745435"/>
            <a:ext cx="1783010" cy="611256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A08CD67-7152-A02B-8A2F-B44E9CCAD7F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1E31B1-712C-1978-83E4-9E3ECD0784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D591037-E4B7-3E09-BA80-2781FA313B2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17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DB38D4-7FDC-CF1E-11BB-77F17318EA0F}"/>
              </a:ext>
            </a:extLst>
          </p:cNvPr>
          <p:cNvCxnSpPr>
            <a:cxnSpLocks/>
          </p:cNvCxnSpPr>
          <p:nvPr userDrawn="1"/>
        </p:nvCxnSpPr>
        <p:spPr>
          <a:xfrm>
            <a:off x="11358643" y="-1"/>
            <a:ext cx="815945" cy="2658258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24">
            <a:extLst>
              <a:ext uri="{FF2B5EF4-FFF2-40B4-BE49-F238E27FC236}">
                <a16:creationId xmlns:a16="http://schemas.microsoft.com/office/drawing/2014/main" id="{DD9C70C7-DFF6-E2A2-DE7B-BC92ABB7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4684"/>
            <a:ext cx="11605600" cy="1639937"/>
          </a:xfrm>
          <a:custGeom>
            <a:avLst/>
            <a:gdLst>
              <a:gd name="connsiteX0" fmla="*/ 0 w 11605600"/>
              <a:gd name="connsiteY0" fmla="*/ 0 h 1639937"/>
              <a:gd name="connsiteX1" fmla="*/ 11094087 w 11605600"/>
              <a:gd name="connsiteY1" fmla="*/ 0 h 1639937"/>
              <a:gd name="connsiteX2" fmla="*/ 11605600 w 11605600"/>
              <a:gd name="connsiteY2" fmla="*/ 1639937 h 1639937"/>
              <a:gd name="connsiteX3" fmla="*/ 0 w 11605600"/>
              <a:gd name="connsiteY3" fmla="*/ 1639937 h 163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05600" h="1639937">
                <a:moveTo>
                  <a:pt x="0" y="0"/>
                </a:moveTo>
                <a:lnTo>
                  <a:pt x="11094087" y="0"/>
                </a:lnTo>
                <a:lnTo>
                  <a:pt x="11605600" y="1639937"/>
                </a:lnTo>
                <a:lnTo>
                  <a:pt x="0" y="163993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>
            <a:noAutofit/>
          </a:bodyPr>
          <a:lstStyle>
            <a:lvl1pPr>
              <a:defRPr sz="32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Content Placeholder 27">
            <a:extLst>
              <a:ext uri="{FF2B5EF4-FFF2-40B4-BE49-F238E27FC236}">
                <a16:creationId xmlns:a16="http://schemas.microsoft.com/office/drawing/2014/main" id="{2050A67D-B2BA-336A-36B8-35D283DEAD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080" y="2834640"/>
            <a:ext cx="10963656" cy="336499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83464" indent="-283464">
              <a:lnSpc>
                <a:spcPct val="100000"/>
              </a:lnSpc>
              <a:spcBef>
                <a:spcPts val="1000"/>
              </a:spcBef>
              <a:defRPr sz="1800"/>
            </a:lvl2pPr>
            <a:lvl3pPr marL="548640" indent="-283464">
              <a:lnSpc>
                <a:spcPct val="100000"/>
              </a:lnSpc>
              <a:defRPr sz="1600"/>
            </a:lvl3pPr>
            <a:lvl4pPr marL="822960" indent="-283464">
              <a:lnSpc>
                <a:spcPct val="100000"/>
              </a:lnSpc>
              <a:defRPr sz="1600"/>
            </a:lvl4pPr>
            <a:lvl5pPr marL="1097280" indent="-283464"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DA7886EF-42A0-8181-94BD-571DD643FAE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F0088F06-F129-FC4D-62B9-F84E6E9D71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FD5AF822-23A2-2003-F247-1F8A8971B63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09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858662D7-CF46-F937-6492-FE3D6164B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4409"/>
            <a:ext cx="10308779" cy="1639937"/>
          </a:xfrm>
          <a:custGeom>
            <a:avLst/>
            <a:gdLst>
              <a:gd name="connsiteX0" fmla="*/ 0 w 10191549"/>
              <a:gd name="connsiteY0" fmla="*/ 0 h 1639937"/>
              <a:gd name="connsiteX1" fmla="*/ 135109 w 10191549"/>
              <a:gd name="connsiteY1" fmla="*/ 0 h 1639937"/>
              <a:gd name="connsiteX2" fmla="*/ 826338 w 10191549"/>
              <a:gd name="connsiteY2" fmla="*/ 0 h 1639937"/>
              <a:gd name="connsiteX3" fmla="*/ 9743633 w 10191549"/>
              <a:gd name="connsiteY3" fmla="*/ 0 h 1639937"/>
              <a:gd name="connsiteX4" fmla="*/ 10191549 w 10191549"/>
              <a:gd name="connsiteY4" fmla="*/ 1639937 h 1639937"/>
              <a:gd name="connsiteX5" fmla="*/ 826338 w 10191549"/>
              <a:gd name="connsiteY5" fmla="*/ 1639937 h 1639937"/>
              <a:gd name="connsiteX6" fmla="*/ 583025 w 10191549"/>
              <a:gd name="connsiteY6" fmla="*/ 1639937 h 1639937"/>
              <a:gd name="connsiteX7" fmla="*/ 0 w 10191549"/>
              <a:gd name="connsiteY7" fmla="*/ 1639937 h 163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91549" h="1639937">
                <a:moveTo>
                  <a:pt x="0" y="0"/>
                </a:moveTo>
                <a:lnTo>
                  <a:pt x="135109" y="0"/>
                </a:lnTo>
                <a:lnTo>
                  <a:pt x="826338" y="0"/>
                </a:lnTo>
                <a:lnTo>
                  <a:pt x="9743633" y="0"/>
                </a:lnTo>
                <a:lnTo>
                  <a:pt x="10191549" y="1639937"/>
                </a:lnTo>
                <a:lnTo>
                  <a:pt x="826338" y="1639937"/>
                </a:lnTo>
                <a:lnTo>
                  <a:pt x="583025" y="1639937"/>
                </a:lnTo>
                <a:lnTo>
                  <a:pt x="0" y="163993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914400" rIns="274320" anchor="ctr">
            <a:noAutofit/>
          </a:bodyPr>
          <a:lstStyle>
            <a:lvl1pPr algn="l">
              <a:defRPr sz="3200" cap="all" spc="300" baseline="0">
                <a:solidFill>
                  <a:schemeClr val="accent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11" name="Content Placeholder 27">
            <a:extLst>
              <a:ext uri="{FF2B5EF4-FFF2-40B4-BE49-F238E27FC236}">
                <a16:creationId xmlns:a16="http://schemas.microsoft.com/office/drawing/2014/main" id="{4029C93B-5794-90B2-3E4E-BDE0F55076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2960" y="2807208"/>
            <a:ext cx="2962656" cy="3191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Font typeface="+mj-lt"/>
              <a:buNone/>
              <a:defRPr sz="1800" spc="100">
                <a:solidFill>
                  <a:schemeClr val="bg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100">
                <a:solidFill>
                  <a:schemeClr val="bg1"/>
                </a:solidFill>
              </a:defRPr>
            </a:lvl3pPr>
            <a:lvl4pPr marL="548640" indent="-283464">
              <a:lnSpc>
                <a:spcPct val="100000"/>
              </a:lnSpc>
              <a:buFont typeface="Arial" panose="020B0604020202020204" pitchFamily="34" charset="0"/>
              <a:buChar char="•"/>
              <a:defRPr sz="1600" spc="100">
                <a:solidFill>
                  <a:schemeClr val="bg1"/>
                </a:solidFill>
              </a:defRPr>
            </a:lvl4pPr>
            <a:lvl5pPr marL="825246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 spc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7">
            <a:extLst>
              <a:ext uri="{FF2B5EF4-FFF2-40B4-BE49-F238E27FC236}">
                <a16:creationId xmlns:a16="http://schemas.microsoft.com/office/drawing/2014/main" id="{BC942EEA-C86E-05B1-BF5C-6F13A52F5BD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26280" y="2807208"/>
            <a:ext cx="5870448" cy="377647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bg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bg1"/>
                </a:solidFill>
              </a:defRPr>
            </a:lvl3pPr>
            <a:lvl4pPr marL="54864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4pPr>
            <a:lvl5pPr marL="82296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7B84AAD-AEFA-72DF-A9D3-B05DB73AA34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390909" y="0"/>
            <a:ext cx="1801091" cy="563784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647ABC-651C-24EE-FF93-479691A878C2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3641100"/>
            <a:ext cx="1269089" cy="32169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4174A-AF61-B3ED-D2D3-D4907E76EFD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635B1-52DB-F4F3-C150-16E791979B6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E7E41-6985-1806-6624-980D9A9DCBF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509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2AF3450-104B-47D0-B01B-DC08566F9D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86175" y="0"/>
            <a:ext cx="8505825" cy="6858000"/>
          </a:xfrm>
          <a:custGeom>
            <a:avLst/>
            <a:gdLst>
              <a:gd name="connsiteX0" fmla="*/ 1701752 w 8505825"/>
              <a:gd name="connsiteY0" fmla="*/ 0 h 6858000"/>
              <a:gd name="connsiteX1" fmla="*/ 8505825 w 8505825"/>
              <a:gd name="connsiteY1" fmla="*/ 0 h 6858000"/>
              <a:gd name="connsiteX2" fmla="*/ 8505825 w 8505825"/>
              <a:gd name="connsiteY2" fmla="*/ 6858000 h 6858000"/>
              <a:gd name="connsiteX3" fmla="*/ 0 w 8505825"/>
              <a:gd name="connsiteY3" fmla="*/ 6858000 h 6858000"/>
              <a:gd name="connsiteX4" fmla="*/ 0 w 8505825"/>
              <a:gd name="connsiteY4" fmla="*/ 68373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05825" h="6858000">
                <a:moveTo>
                  <a:pt x="1701752" y="0"/>
                </a:moveTo>
                <a:lnTo>
                  <a:pt x="8505825" y="0"/>
                </a:lnTo>
                <a:lnTo>
                  <a:pt x="8505825" y="6858000"/>
                </a:lnTo>
                <a:lnTo>
                  <a:pt x="0" y="6858000"/>
                </a:lnTo>
                <a:lnTo>
                  <a:pt x="0" y="683739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8883C19-EC0B-F5B5-3520-45CB80393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9635"/>
            <a:ext cx="8261729" cy="1639938"/>
          </a:xfrm>
          <a:custGeom>
            <a:avLst/>
            <a:gdLst>
              <a:gd name="connsiteX0" fmla="*/ 0 w 8353169"/>
              <a:gd name="connsiteY0" fmla="*/ 0 h 1639938"/>
              <a:gd name="connsiteX1" fmla="*/ 693683 w 8353169"/>
              <a:gd name="connsiteY1" fmla="*/ 0 h 1639938"/>
              <a:gd name="connsiteX2" fmla="*/ 826338 w 8353169"/>
              <a:gd name="connsiteY2" fmla="*/ 0 h 1639938"/>
              <a:gd name="connsiteX3" fmla="*/ 8353169 w 8353169"/>
              <a:gd name="connsiteY3" fmla="*/ 0 h 1639938"/>
              <a:gd name="connsiteX4" fmla="*/ 8049138 w 8353169"/>
              <a:gd name="connsiteY4" fmla="*/ 1639938 h 1639938"/>
              <a:gd name="connsiteX5" fmla="*/ 826338 w 8353169"/>
              <a:gd name="connsiteY5" fmla="*/ 1639938 h 1639938"/>
              <a:gd name="connsiteX6" fmla="*/ 693683 w 8353169"/>
              <a:gd name="connsiteY6" fmla="*/ 1639938 h 1639938"/>
              <a:gd name="connsiteX7" fmla="*/ 0 w 8353169"/>
              <a:gd name="connsiteY7" fmla="*/ 1639938 h 1639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53169" h="1639938">
                <a:moveTo>
                  <a:pt x="0" y="0"/>
                </a:moveTo>
                <a:lnTo>
                  <a:pt x="693683" y="0"/>
                </a:lnTo>
                <a:lnTo>
                  <a:pt x="826338" y="0"/>
                </a:lnTo>
                <a:lnTo>
                  <a:pt x="8353169" y="0"/>
                </a:lnTo>
                <a:lnTo>
                  <a:pt x="8049138" y="1639938"/>
                </a:lnTo>
                <a:lnTo>
                  <a:pt x="826338" y="1639938"/>
                </a:lnTo>
                <a:lnTo>
                  <a:pt x="693683" y="1639938"/>
                </a:lnTo>
                <a:lnTo>
                  <a:pt x="0" y="163993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>
            <a:noAutofit/>
          </a:bodyPr>
          <a:lstStyle>
            <a:lvl1pPr>
              <a:defRPr sz="36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2907792"/>
            <a:ext cx="2952599" cy="1781642"/>
          </a:xfrm>
        </p:spPr>
        <p:txBody>
          <a:bodyPr>
            <a:normAutofit/>
          </a:bodyPr>
          <a:lstStyle>
            <a:lvl1pPr marL="0" indent="0" algn="l">
              <a:buNone/>
              <a:defRPr sz="1800" spc="100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5B022C-E8CF-07D5-65AC-D3D3D5CC77A3}"/>
              </a:ext>
            </a:extLst>
          </p:cNvPr>
          <p:cNvCxnSpPr>
            <a:cxnSpLocks/>
          </p:cNvCxnSpPr>
          <p:nvPr userDrawn="1"/>
        </p:nvCxnSpPr>
        <p:spPr>
          <a:xfrm flipH="1">
            <a:off x="3868615" y="0"/>
            <a:ext cx="1000226" cy="403629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04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308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spc="5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71342" y="6356350"/>
            <a:ext cx="1539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50" r:id="rId2"/>
    <p:sldLayoutId id="2147483674" r:id="rId3"/>
    <p:sldLayoutId id="2147483675" r:id="rId4"/>
    <p:sldLayoutId id="2147483676" r:id="rId5"/>
    <p:sldLayoutId id="2147483659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Placeholder 86" descr="Close up of the Golden Gate Bridge">
            <a:extLst>
              <a:ext uri="{FF2B5EF4-FFF2-40B4-BE49-F238E27FC236}">
                <a16:creationId xmlns:a16="http://schemas.microsoft.com/office/drawing/2014/main" id="{1A67CB3B-F50E-0C67-E369-D749D8F796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024688" cy="68580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09B40FD-8703-8858-9649-FEBB48F53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706" y="2456733"/>
            <a:ext cx="8124873" cy="1639939"/>
          </a:xfrm>
        </p:spPr>
        <p:txBody>
          <a:bodyPr/>
          <a:lstStyle/>
          <a:p>
            <a:r>
              <a:rPr lang="en-US" dirty="0"/>
              <a:t>Public Speaking 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56742-F4E2-870E-6E2F-14BE52F19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3800" y="4398264"/>
            <a:ext cx="3913632" cy="2066544"/>
          </a:xfrm>
        </p:spPr>
        <p:txBody>
          <a:bodyPr/>
          <a:lstStyle/>
          <a:p>
            <a:r>
              <a:rPr lang="en-US" dirty="0"/>
              <a:t>with Petja Hrovat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554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17C2-DB72-9044-85F5-8145812F2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4686"/>
            <a:ext cx="7242048" cy="163204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24E5D-1B1B-589D-5E61-13DB4FE92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392" y="2770632"/>
            <a:ext cx="3383280" cy="3539265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  <a:p>
            <a:endParaRPr lang="en-US" dirty="0"/>
          </a:p>
        </p:txBody>
      </p:sp>
      <p:pic>
        <p:nvPicPr>
          <p:cNvPr id="12" name="Picture Placeholder 11" descr="Apartment building">
            <a:extLst>
              <a:ext uri="{FF2B5EF4-FFF2-40B4-BE49-F238E27FC236}">
                <a16:creationId xmlns:a16="http://schemas.microsoft.com/office/drawing/2014/main" id="{F9C729C8-1701-B745-7408-A3C01925EC6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5032" y="0"/>
            <a:ext cx="7876033" cy="68580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93673-B52A-9C62-22E6-2E885DA1615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71342" y="6356350"/>
            <a:ext cx="1539658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252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Close up of top of bridge">
            <a:extLst>
              <a:ext uri="{FF2B5EF4-FFF2-40B4-BE49-F238E27FC236}">
                <a16:creationId xmlns:a16="http://schemas.microsoft.com/office/drawing/2014/main" id="{D0F41D1F-A4A5-6155-4028-C841AB4996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004" y="0"/>
            <a:ext cx="10585637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F184A0C-9BEC-C286-0D96-CDD0FA89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THE POWER OF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613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Close up of tops of buildings">
            <a:extLst>
              <a:ext uri="{FF2B5EF4-FFF2-40B4-BE49-F238E27FC236}">
                <a16:creationId xmlns:a16="http://schemas.microsoft.com/office/drawing/2014/main" id="{1FDC51BF-AA30-B054-C232-5803F7B5925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57"/>
          <a:stretch/>
        </p:blipFill>
        <p:spPr>
          <a:xfrm>
            <a:off x="0" y="0"/>
            <a:ext cx="10266363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F9EF13D-AA0D-44CD-DB0F-81D3B7A5A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BBA72F-BB9D-3A5F-ED17-5C3D1C612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spc="100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65788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65E584-E9D5-D9AE-675E-04B2896C8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4686"/>
            <a:ext cx="7242048" cy="1632045"/>
          </a:xfrm>
        </p:spPr>
        <p:txBody>
          <a:bodyPr/>
          <a:lstStyle/>
          <a:p>
            <a:r>
              <a:rPr lang="en-US" dirty="0"/>
              <a:t>OVERCOMING </a:t>
            </a:r>
            <a:br>
              <a:rPr lang="en-US" dirty="0"/>
            </a:br>
            <a:r>
              <a:rPr lang="en-US" dirty="0"/>
              <a:t>NERVOUSNESS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C40C425-91E4-471C-9E11-0A85D2B74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5988" y="2761488"/>
            <a:ext cx="5430837" cy="33009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Techniques for connecting </a:t>
            </a:r>
          </a:p>
          <a:p>
            <a:pPr lvl="1"/>
            <a:r>
              <a:rPr lang="en-US" dirty="0"/>
              <a:t>Make eye contact with your audience </a:t>
            </a:r>
            <a:br>
              <a:rPr lang="en-US" dirty="0"/>
            </a:br>
            <a:r>
              <a:rPr lang="en-US" dirty="0"/>
              <a:t>to create a sense of intimacy and involvement</a:t>
            </a:r>
          </a:p>
          <a:p>
            <a:pPr lvl="1"/>
            <a:r>
              <a:rPr lang="en-US" dirty="0"/>
              <a:t>Weave relatable stories into your presentation using narratives that make your message memorable and impactful</a:t>
            </a:r>
          </a:p>
          <a:p>
            <a:pPr lvl="1"/>
            <a:r>
              <a:rPr lang="en-US" dirty="0"/>
              <a:t>Encourage questions and provide thoughtful responses to enhance audience participation</a:t>
            </a:r>
          </a:p>
          <a:p>
            <a:pPr lvl="1"/>
            <a:r>
              <a:rPr lang="en-US" dirty="0"/>
              <a:t>Use live polls or surveys to gather audience opinions, promoting engagement</a:t>
            </a:r>
          </a:p>
        </p:txBody>
      </p:sp>
      <p:pic>
        <p:nvPicPr>
          <p:cNvPr id="7" name="Picture Placeholder 6" descr="Spiral staircase">
            <a:extLst>
              <a:ext uri="{FF2B5EF4-FFF2-40B4-BE49-F238E27FC236}">
                <a16:creationId xmlns:a16="http://schemas.microsoft.com/office/drawing/2014/main" id="{1D0F9AEB-F3F4-5B2C-B397-13D56615EF9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62918" y="0"/>
            <a:ext cx="5329082" cy="685800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1B8E33-942D-3D11-FCA8-2D54102B3C2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271342" y="6356350"/>
            <a:ext cx="1539658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632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5A121-24F8-A629-2A69-324FD8F05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240" y="2039112"/>
            <a:ext cx="7982712" cy="1581912"/>
          </a:xfrm>
        </p:spPr>
        <p:txBody>
          <a:bodyPr/>
          <a:lstStyle/>
          <a:p>
            <a:r>
              <a:rPr lang="en-US" dirty="0"/>
              <a:t>OVERCOMING NERVOUSNESS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7F509-3881-C302-44C3-046AD7869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1829" y="3584448"/>
            <a:ext cx="7791123" cy="612648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150743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D8B506-191E-1832-13DD-A83B44C7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347472"/>
            <a:ext cx="11082528" cy="1563624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C7C28A-A45F-7BB2-D694-7808E32E9DE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Voice modulation</a:t>
            </a:r>
          </a:p>
          <a:p>
            <a:pPr lvl="1"/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2"/>
            <a:r>
              <a:rPr lang="en-US" dirty="0"/>
              <a:t>Pitch variation</a:t>
            </a:r>
          </a:p>
          <a:p>
            <a:pPr lvl="2"/>
            <a:r>
              <a:rPr lang="en-US" dirty="0"/>
              <a:t>Tone inflection</a:t>
            </a:r>
          </a:p>
          <a:p>
            <a:pPr lvl="2"/>
            <a:r>
              <a:rPr lang="en-US" dirty="0"/>
              <a:t>Volume control</a:t>
            </a:r>
          </a:p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91F137D-40EF-84F0-61EB-11434C0CC2EC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Autofit/>
          </a:bodyPr>
          <a:lstStyle/>
          <a:p>
            <a:r>
              <a:rPr lang="en-US" dirty="0"/>
              <a:t>Body language</a:t>
            </a:r>
          </a:p>
          <a:p>
            <a:pPr lvl="1"/>
            <a:r>
              <a:rPr lang="en-US" dirty="0"/>
              <a:t>Effective body language enhances your message, making it more impactful and memorable.</a:t>
            </a:r>
          </a:p>
          <a:p>
            <a:pPr lvl="2"/>
            <a:r>
              <a:rPr lang="en-US" dirty="0"/>
              <a:t>Meaningful eye contact</a:t>
            </a:r>
          </a:p>
          <a:p>
            <a:pPr lvl="2"/>
            <a:r>
              <a:rPr lang="en-US" dirty="0"/>
              <a:t>Purposeful gestures</a:t>
            </a:r>
          </a:p>
          <a:p>
            <a:pPr lvl="2"/>
            <a:r>
              <a:rPr lang="en-US" dirty="0"/>
              <a:t>Maintain good posture</a:t>
            </a:r>
          </a:p>
          <a:p>
            <a:pPr lvl="2"/>
            <a:r>
              <a:rPr lang="en-US" dirty="0"/>
              <a:t>Control your expressions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DD166F-774B-18A7-EF80-332246375F7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0271342" y="6356350"/>
            <a:ext cx="1539658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452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AB888-044C-471C-631D-A840EF19E7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69BA4-BB93-7DC3-3D1F-4DA4CF5FC2A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Preparing for questions</a:t>
            </a:r>
          </a:p>
          <a:p>
            <a:pPr lvl="1"/>
            <a:r>
              <a:rPr lang="en-US" dirty="0"/>
              <a:t>Know your material in advance</a:t>
            </a:r>
          </a:p>
          <a:p>
            <a:pPr lvl="1"/>
            <a:r>
              <a:rPr lang="en-US" dirty="0"/>
              <a:t>Anticipate common questions</a:t>
            </a:r>
          </a:p>
          <a:p>
            <a:pPr lvl="1"/>
            <a:r>
              <a:rPr lang="en-US" dirty="0"/>
              <a:t>Rehearse your responses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3AA15-477D-3A60-F1C0-6FC4F35F242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Maintaining composure</a:t>
            </a:r>
          </a:p>
          <a:p>
            <a:pPr lvl="1"/>
            <a:r>
              <a:rPr lang="en-US" dirty="0"/>
              <a:t>Maintaining composure during the Q&amp;A session </a:t>
            </a:r>
            <a:br>
              <a:rPr lang="en-US" dirty="0"/>
            </a:br>
            <a:r>
              <a:rPr lang="en-US" dirty="0"/>
              <a:t>is essential for projecting confidence and authority. Consider the following tips for staying composed:</a:t>
            </a:r>
          </a:p>
          <a:p>
            <a:pPr lvl="2"/>
            <a:r>
              <a:rPr lang="en-US" dirty="0"/>
              <a:t>Stay calm</a:t>
            </a:r>
          </a:p>
          <a:p>
            <a:pPr lvl="2"/>
            <a:r>
              <a:rPr lang="en-US" dirty="0"/>
              <a:t>Actively listen</a:t>
            </a:r>
          </a:p>
          <a:p>
            <a:pPr lvl="2"/>
            <a:r>
              <a:rPr lang="en-US" dirty="0"/>
              <a:t>Pause and reflect</a:t>
            </a:r>
          </a:p>
          <a:p>
            <a:pPr lvl="2"/>
            <a:r>
              <a:rPr lang="en-US" dirty="0"/>
              <a:t>Maintain eye contact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BA5A5-6AFB-AB74-5763-67CD0C206F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244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6E262C-D929-15C4-BBD2-6BBFB706F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640" y="740664"/>
            <a:ext cx="8503920" cy="1197864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986459-0C4D-D72D-7E80-64217949040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0" y="2679192"/>
            <a:ext cx="8531352" cy="3191256"/>
          </a:xfrm>
        </p:spPr>
        <p:txBody>
          <a:bodyPr/>
          <a:lstStyle/>
          <a:p>
            <a:r>
              <a:rPr lang="en-US" dirty="0"/>
              <a:t>Your ability to communicate effectively will leave </a:t>
            </a:r>
            <a:br>
              <a:rPr lang="en-US" dirty="0"/>
            </a:br>
            <a:r>
              <a:rPr lang="en-US" dirty="0"/>
              <a:t>a lasting impact on your audience</a:t>
            </a:r>
          </a:p>
          <a:p>
            <a:r>
              <a:rPr lang="en-US" dirty="0"/>
              <a:t>Effectively communicating involves not only delivering </a:t>
            </a:r>
            <a:br>
              <a:rPr lang="en-US" dirty="0"/>
            </a:br>
            <a:r>
              <a:rPr lang="en-US" dirty="0"/>
              <a:t>a message but also resonating with the experiences, values, and emotions of those listening 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52689E-AE00-35CC-F96B-C768FB8E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1342" y="6356350"/>
            <a:ext cx="1539658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210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C1FC6-4E73-FFC8-4994-1F6E9177D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0" y="824686"/>
            <a:ext cx="7154158" cy="1632045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C58B0-C4F0-55F4-0D65-E5F6D7671A3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55280" y="822960"/>
            <a:ext cx="3447288" cy="1636776"/>
          </a:xfrm>
        </p:spPr>
        <p:txBody>
          <a:bodyPr>
            <a:no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  <a:p>
            <a:endParaRPr lang="en-US" dirty="0"/>
          </a:p>
        </p:txBody>
      </p:sp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B17895F5-7808-849A-0748-86FC6E6CC4B1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4183612692"/>
              </p:ext>
            </p:extLst>
          </p:nvPr>
        </p:nvGraphicFramePr>
        <p:xfrm>
          <a:off x="639763" y="2835275"/>
          <a:ext cx="10960242" cy="33615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59075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3659075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821046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1821046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55032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j-lt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j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j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j-lt"/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550322"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550322"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550322"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550322"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  <a:tr h="609915"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28907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7606-BA55-C888-681C-0A6712DB0F3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0271342" y="6356350"/>
            <a:ext cx="1539658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55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880AA61-7128-BE64-05B8-FBE7B97C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4684"/>
            <a:ext cx="11605600" cy="1639937"/>
          </a:xfrm>
        </p:spPr>
        <p:txBody>
          <a:bodyPr/>
          <a:lstStyle/>
          <a:p>
            <a:r>
              <a:rPr lang="en-US" dirty="0"/>
              <a:t>DYNAMIC DELIVERY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8DA3B-4EB2-F2F4-2F9B-8877E3C9A5F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271342" y="6356350"/>
            <a:ext cx="1539658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58EDBDBD-DFA8-EBB8-FEF3-DE8D29E74368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1759740615"/>
              </p:ext>
            </p:extLst>
          </p:nvPr>
        </p:nvGraphicFramePr>
        <p:xfrm>
          <a:off x="639763" y="2835275"/>
          <a:ext cx="10960242" cy="3361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59075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3659075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821046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1821046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55032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j-lt"/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j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j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j-lt"/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550321"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550321"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550321"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550321"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  <a:tr h="609915"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pc="100" baseline="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289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182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16FD7-D06A-1ED6-AE3E-ED51914F6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4409"/>
            <a:ext cx="10308779" cy="1639937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47A2F46-CF06-E88E-9AFE-E1363F3949B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2960" y="2807208"/>
            <a:ext cx="2962656" cy="3191256"/>
          </a:xfrm>
        </p:spPr>
        <p:txBody>
          <a:bodyPr/>
          <a:lstStyle/>
          <a:p>
            <a:r>
              <a:rPr lang="en-US" dirty="0"/>
              <a:t>Continue improving</a:t>
            </a:r>
          </a:p>
          <a:p>
            <a:pPr lvl="1"/>
            <a:r>
              <a:rPr lang="en-US" dirty="0"/>
              <a:t>Seek feedback</a:t>
            </a:r>
          </a:p>
          <a:p>
            <a:pPr lvl="1"/>
            <a:r>
              <a:rPr lang="en-US" dirty="0"/>
              <a:t>Reflect on performance</a:t>
            </a:r>
          </a:p>
          <a:p>
            <a:pPr lvl="1"/>
            <a:r>
              <a:rPr lang="en-US" dirty="0"/>
              <a:t>Explore new techniques</a:t>
            </a:r>
          </a:p>
          <a:p>
            <a:pPr lvl="1"/>
            <a:r>
              <a:rPr lang="en-US" dirty="0"/>
              <a:t>Set personal goals</a:t>
            </a:r>
          </a:p>
          <a:p>
            <a:pPr lvl="1"/>
            <a:r>
              <a:rPr lang="en-US" dirty="0"/>
              <a:t>Iterate and adapt</a:t>
            </a:r>
          </a:p>
          <a:p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7C1F62B-D2CC-A382-3650-EDA7B5A547C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26280" y="2807208"/>
            <a:ext cx="5870448" cy="3776472"/>
          </a:xfrm>
        </p:spPr>
        <p:txBody>
          <a:bodyPr/>
          <a:lstStyle/>
          <a:p>
            <a:r>
              <a:rPr lang="en-US" dirty="0"/>
              <a:t>PRACTICE MAKES PERFECT</a:t>
            </a:r>
          </a:p>
          <a:p>
            <a:pPr lvl="1"/>
            <a:r>
              <a:rPr lang="en-US" dirty="0"/>
              <a:t>Consistent rehearsal</a:t>
            </a:r>
          </a:p>
          <a:p>
            <a:pPr lvl="2"/>
            <a:r>
              <a:rPr lang="en-US" dirty="0"/>
              <a:t>Strengthen your familiarity</a:t>
            </a:r>
          </a:p>
          <a:p>
            <a:pPr lvl="1"/>
            <a:r>
              <a:rPr lang="en-US" dirty="0"/>
              <a:t>Refine delivery style</a:t>
            </a:r>
          </a:p>
          <a:p>
            <a:pPr lvl="2"/>
            <a:r>
              <a:rPr lang="en-US" dirty="0"/>
              <a:t>Pacing, tone, and emphasis</a:t>
            </a:r>
          </a:p>
          <a:p>
            <a:pPr lvl="1"/>
            <a:r>
              <a:rPr lang="en-US" dirty="0"/>
              <a:t>Timing and transitions</a:t>
            </a:r>
          </a:p>
          <a:p>
            <a:pPr lvl="2"/>
            <a:r>
              <a:rPr lang="en-US" dirty="0"/>
              <a:t>Aim for seamless, professional delivery</a:t>
            </a:r>
          </a:p>
          <a:p>
            <a:pPr lvl="1"/>
            <a:r>
              <a:rPr lang="en-US" dirty="0"/>
              <a:t>Practice audience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CE20E-036C-9032-6F92-19214C09F4D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0271342" y="6356350"/>
            <a:ext cx="1539658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504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 descr="Bridge">
            <a:extLst>
              <a:ext uri="{FF2B5EF4-FFF2-40B4-BE49-F238E27FC236}">
                <a16:creationId xmlns:a16="http://schemas.microsoft.com/office/drawing/2014/main" id="{1BFA8449-61BE-6A34-3690-BAEEC5A5A5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86175" y="0"/>
            <a:ext cx="8505825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CABFD3A-42D8-AD08-B28B-24BAACB1B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9635"/>
            <a:ext cx="8261729" cy="163993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10AE0F3-4D02-12DE-AE66-D0E7EEB76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2907792"/>
            <a:ext cx="2952599" cy="1781642"/>
          </a:xfrm>
        </p:spPr>
        <p:txBody>
          <a:bodyPr/>
          <a:lstStyle/>
          <a:p>
            <a:r>
              <a:rPr lang="en-US" dirty="0"/>
              <a:t>Petja Hrovat</a:t>
            </a:r>
          </a:p>
          <a:p>
            <a:r>
              <a:rPr lang="en-US" dirty="0"/>
              <a:t>petja@contoso.com</a:t>
            </a:r>
          </a:p>
          <a:p>
            <a:r>
              <a:rPr lang="en-US" dirty="0"/>
              <a:t>www.contoso.com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77307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reative Red 1">
      <a:dk1>
        <a:srgbClr val="000000"/>
      </a:dk1>
      <a:lt1>
        <a:srgbClr val="FFFFFF"/>
      </a:lt1>
      <a:dk2>
        <a:srgbClr val="3A3A3A"/>
      </a:dk2>
      <a:lt2>
        <a:srgbClr val="E7E6E6"/>
      </a:lt2>
      <a:accent1>
        <a:srgbClr val="632423"/>
      </a:accent1>
      <a:accent2>
        <a:srgbClr val="B51200"/>
      </a:accent2>
      <a:accent3>
        <a:srgbClr val="FD1B17"/>
      </a:accent3>
      <a:accent4>
        <a:srgbClr val="F9EBE5"/>
      </a:accent4>
      <a:accent5>
        <a:srgbClr val="03C9C6"/>
      </a:accent5>
      <a:accent6>
        <a:srgbClr val="01B9D1"/>
      </a:accent6>
      <a:hlink>
        <a:srgbClr val="0563C1"/>
      </a:hlink>
      <a:folHlink>
        <a:srgbClr val="954F72"/>
      </a:folHlink>
    </a:clrScheme>
    <a:fontScheme name="Custom 76">
      <a:majorFont>
        <a:latin typeface="Bahnschrif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580736_win32_kb_v3" id="{D7A3E551-3D61-4CA5-934F-4DAFCF7401BD}" vid="{D7B46FAE-2643-4A5F-85EB-71F421ADCF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AE3212-FDDD-4F52-95D5-3CE5C732A6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A49627-BF3F-409F-AD52-1B30DD7AB3C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ED012FD6-30D8-4E7C-9A54-1D40EC16B1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424</Words>
  <Application>Microsoft Office PowerPoint</Application>
  <PresentationFormat>Widescreen</PresentationFormat>
  <Paragraphs>124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Public Speaking 101</vt:lpstr>
      <vt:lpstr>Agenda</vt:lpstr>
      <vt:lpstr>THE POWER OF COMMUNICATION</vt:lpstr>
      <vt:lpstr>OVERCOMING NERVOUSNESS</vt:lpstr>
      <vt:lpstr>OVERCOMING  NERVOUSNESS</vt:lpstr>
      <vt:lpstr>OVERCOMING NERVOUSNESS </vt:lpstr>
      <vt:lpstr>NAVIGATING Q&amp;A SESSIONS</vt:lpstr>
      <vt:lpstr>EFFECTIVE DELIVERY TECHNIQUES</vt:lpstr>
      <vt:lpstr>Speaking impact</vt:lpstr>
      <vt:lpstr>DYNAMIC DELIVERY</vt:lpstr>
      <vt:lpstr>DYNAMIC DELIVERY </vt:lpstr>
      <vt:lpstr>Final tips &amp; takeaways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2026-09-15T06:25:24Z</dcterms:created>
  <dcterms:modified xsi:type="dcterms:W3CDTF">2026-09-15T06:26:02Z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etDate">
    <vt:lpwstr>2022-05-03T19:17:58Z</vt:lpwstr>
  </property>
  <property fmtid="{D5CDD505-2E9C-101B-9397-08002B2CF9AE}" pid="5" name="MSIP_Label_f42aa342-8706-4288-bd11-ebb85995028c_Method">
    <vt:lpwstr>Standard</vt:lpwstr>
  </property>
  <property fmtid="{D5CDD505-2E9C-101B-9397-08002B2CF9AE}" pid="6" name="MSIP_Label_f42aa342-8706-4288-bd11-ebb85995028c_Name">
    <vt:lpwstr>Internal</vt:lpwstr>
  </property>
  <property fmtid="{D5CDD505-2E9C-101B-9397-08002B2CF9AE}" pid="7" name="MSIP_Label_f42aa342-8706-4288-bd11-ebb85995028c_SiteId">
    <vt:lpwstr>72f988bf-86f1-41af-91ab-2d7cd011db47</vt:lpwstr>
  </property>
  <property fmtid="{D5CDD505-2E9C-101B-9397-08002B2CF9AE}" pid="8" name="MSIP_Label_f42aa342-8706-4288-bd11-ebb85995028c_ActionId">
    <vt:lpwstr>25d63fd1-0370-4d03-a1c2-b2f22483dbaf</vt:lpwstr>
  </property>
  <property fmtid="{D5CDD505-2E9C-101B-9397-08002B2CF9AE}" pid="9" name="MSIP_Label_f42aa342-8706-4288-bd11-ebb85995028c_ContentBits">
    <vt:lpwstr>0</vt:lpwstr>
  </property>
  <property fmtid="{D5CDD505-2E9C-101B-9397-08002B2CF9AE}" pid="10" name="MediaServiceImageTags">
    <vt:lpwstr/>
  </property>
</Properties>
</file>